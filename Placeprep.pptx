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4" r:id="rId10"/>
    <p:sldId id="263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105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563AE3-9CB6-4AE6-9A18-E615F1B8827E}" type="datetimeFigureOut">
              <a:rPr lang="en-IN" smtClean="0"/>
              <a:t>29-10-2025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461004-5BFB-4DC3-BCD6-CABAD99273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3153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848667" y="265421"/>
            <a:ext cx="8227489" cy="452761"/>
          </a:xfrm>
        </p:spPr>
        <p:txBody>
          <a:bodyPr anchor="b">
            <a:normAutofit/>
          </a:bodyPr>
          <a:lstStyle>
            <a:lvl1pPr algn="ctr">
              <a:defRPr sz="2400"/>
            </a:lvl1pPr>
          </a:lstStyle>
          <a:p>
            <a:r>
              <a:rPr lang="en-US" dirty="0"/>
              <a:t>G.NARAYANAMMA INSTITUTE OF TECHNOLOGY AND SCIENCE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64853-7847-4871-87DF-530C4BB9EAAD}" type="datetime1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III CSE-C FSD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0FE31-1005-41CD-AF53-1DD74B5DA5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9741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0B330-E0AF-4C57-A0D5-9127508870DE}" type="datetime1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III CSE-C FSD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0FE31-1005-41CD-AF53-1DD74B5DA5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5710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66C29-2747-4125-87AB-0CC9E0CA3DB5}" type="datetime1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III CSE-C FSD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0FE31-1005-41CD-AF53-1DD74B5DA5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5764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8A8D0-C174-4D9C-B400-1B173CFB941C}" type="datetime1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III CSE-C FSD project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0FE31-1005-41CD-AF53-1DD74B5DA5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9686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256639-3928-4ED0-9C9A-36CDF00AD932}" type="datetime1">
              <a:rPr lang="en-IN" smtClean="0"/>
              <a:t>29-10-2025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III CSE-C FSD project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0FE31-1005-41CD-AF53-1DD74B5DA5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2781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0D6580-682B-4CDF-AE19-366CA2FB0D02}" type="datetime1">
              <a:rPr lang="en-IN" smtClean="0"/>
              <a:t>29-10-2025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III CSE-C FSD project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0FE31-1005-41CD-AF53-1DD74B5DA5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0574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92BC0A-4346-4F46-B448-EEFA15DEFC40}" type="datetime1">
              <a:rPr lang="en-IN" smtClean="0"/>
              <a:t>29-10-2025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III CSE-C FSD 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0FE31-1005-41CD-AF53-1DD74B5DA5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1034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389F3-6A73-42F9-8A9C-35618D3E0DB5}" type="datetime1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III CSE-C FSD project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0FE31-1005-41CD-AF53-1DD74B5DA5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4841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AFBC3-03A8-4D49-8CEB-39AB974E5C41}" type="datetime1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III CSE-C FSD project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0FE31-1005-41CD-AF53-1DD74B5DA5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35563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18DB2-1B86-423B-A5E4-0D120EBBCE47}" type="datetime1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III CSE-C FSD project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0FE31-1005-41CD-AF53-1DD74B5DA5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160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FF349-DF20-48EC-A9BC-B5B78B0E8C7A}" type="datetime1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III CSE-C FSD project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0FE31-1005-41CD-AF53-1DD74B5DA5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44961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1C901-BA50-4277-B90C-EFA199E63F7A}" type="datetime1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III CSE-C FSD project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0FE31-1005-41CD-AF53-1DD74B5DA557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600240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1F4B2-A6D0-45C7-BA07-A83A4889707D}" type="datetime1">
              <a:rPr lang="en-IN" smtClean="0"/>
              <a:t>29-10-2025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III CSE-C FSD project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0FE31-1005-41CD-AF53-1DD74B5DA5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7478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D1984-67AB-4993-A58F-F33AA61CE3B1}" type="datetime1">
              <a:rPr lang="en-IN" smtClean="0"/>
              <a:t>29-10-2025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III CSE-C FSD project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0FE31-1005-41CD-AF53-1DD74B5DA5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03234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B3BE9-44BD-4882-86FA-C308BE13FE6F}" type="datetime1">
              <a:rPr lang="en-IN" smtClean="0"/>
              <a:t>29-10-2025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III CSE-C FSD project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0FE31-1005-41CD-AF53-1DD74B5DA5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11214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576DE-EBFD-4DD7-B67C-3CC50E546BBD}" type="datetime1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III CSE-C FSD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0FE31-1005-41CD-AF53-1DD74B5DA5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5814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D6EE-9AC6-4439-A476-C460B4A08CF8}" type="datetime1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III CSE-C FSD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0FE31-1005-41CD-AF53-1DD74B5DA5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98617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3775" y="618517"/>
            <a:ext cx="9295545" cy="56221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g. Narayanamma institute of technology and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9C89E-C393-4717-84BD-4CCF72F4AFD6}" type="datetime1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III CSE-C FSD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0FE31-1005-41CD-AF53-1DD74B5DA5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6194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AFA6981-20E3-4256-84A9-182E1E1BEA10}" type="datetime1">
              <a:rPr lang="en-IN" smtClean="0"/>
              <a:t>29-10-2025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IN"/>
              <a:t>III CSE-C FSD project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E5E0FE31-1005-41CD-AF53-1DD74B5DA5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1447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0" r:id="rId1"/>
    <p:sldLayoutId id="2147483841" r:id="rId2"/>
    <p:sldLayoutId id="2147483842" r:id="rId3"/>
    <p:sldLayoutId id="2147483843" r:id="rId4"/>
    <p:sldLayoutId id="2147483844" r:id="rId5"/>
    <p:sldLayoutId id="2147483845" r:id="rId6"/>
    <p:sldLayoutId id="2147483846" r:id="rId7"/>
    <p:sldLayoutId id="2147483847" r:id="rId8"/>
    <p:sldLayoutId id="2147483848" r:id="rId9"/>
    <p:sldLayoutId id="2147483849" r:id="rId10"/>
    <p:sldLayoutId id="2147483850" r:id="rId11"/>
    <p:sldLayoutId id="2147483851" r:id="rId12"/>
    <p:sldLayoutId id="2147483852" r:id="rId13"/>
    <p:sldLayoutId id="2147483853" r:id="rId14"/>
    <p:sldLayoutId id="2147483854" r:id="rId15"/>
    <p:sldLayoutId id="2147483855" r:id="rId16"/>
    <p:sldLayoutId id="2147483856" r:id="rId17"/>
    <p:sldLayoutId id="2147483857" r:id="rId18"/>
  </p:sldLayoutIdLst>
  <p:hf sldNum="0"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0F908-7F7E-731F-880C-82BDE6D652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8729" y="2123021"/>
            <a:ext cx="8689976" cy="772575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Arial Rounded MT Bold" panose="020F0704030504030204" pitchFamily="34" charset="0"/>
              </a:rPr>
              <a:t>Placements Portal using React.js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D21332-585A-5943-645B-D7608F77BA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00690" y="3263204"/>
            <a:ext cx="4861366" cy="1946474"/>
          </a:xfrm>
        </p:spPr>
        <p:txBody>
          <a:bodyPr>
            <a:normAutofit lnSpcReduction="10000"/>
          </a:bodyPr>
          <a:lstStyle/>
          <a:p>
            <a:pPr algn="l"/>
            <a:r>
              <a:rPr lang="en-IN" cap="none" dirty="0">
                <a:solidFill>
                  <a:schemeClr val="tx1"/>
                </a:solidFill>
              </a:rPr>
              <a:t>Team details</a:t>
            </a:r>
          </a:p>
          <a:p>
            <a:pPr algn="l"/>
            <a:r>
              <a:rPr lang="en-IN" cap="none" dirty="0">
                <a:solidFill>
                  <a:schemeClr val="tx1"/>
                </a:solidFill>
              </a:rPr>
              <a:t>S. Akhila (24255A514)</a:t>
            </a:r>
          </a:p>
          <a:p>
            <a:pPr algn="l"/>
            <a:r>
              <a:rPr lang="en-IN" cap="none" dirty="0">
                <a:solidFill>
                  <a:schemeClr val="tx1"/>
                </a:solidFill>
              </a:rPr>
              <a:t>D. Himabindu (24255A0516)</a:t>
            </a:r>
          </a:p>
          <a:p>
            <a:pPr algn="l"/>
            <a:r>
              <a:rPr lang="en-IN" cap="none" dirty="0">
                <a:solidFill>
                  <a:schemeClr val="tx1"/>
                </a:solidFill>
              </a:rPr>
              <a:t>M. Srinidhi (24255A0517)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5E746A-B1E6-651D-5CE1-0770EAFD0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483" y="6194360"/>
            <a:ext cx="6672887" cy="365125"/>
          </a:xfrm>
        </p:spPr>
        <p:txBody>
          <a:bodyPr/>
          <a:lstStyle/>
          <a:p>
            <a:r>
              <a:rPr lang="en-IN" sz="2000" dirty="0"/>
              <a:t>III CSE-C FSD Project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E7DBE2-2C3B-D21A-5A8D-36EAE8120F93}"/>
              </a:ext>
            </a:extLst>
          </p:cNvPr>
          <p:cNvSpPr txBox="1"/>
          <p:nvPr/>
        </p:nvSpPr>
        <p:spPr>
          <a:xfrm>
            <a:off x="1498861" y="320511"/>
            <a:ext cx="83804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G. Narayanamma Institute of Technology and Science (For Women)</a:t>
            </a:r>
          </a:p>
        </p:txBody>
      </p:sp>
    </p:spTree>
    <p:extLst>
      <p:ext uri="{BB962C8B-B14F-4D97-AF65-F5344CB8AC3E}">
        <p14:creationId xmlns:p14="http://schemas.microsoft.com/office/powerpoint/2010/main" val="1588353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D8545-EE19-33AF-8208-E1EBD94B2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653" y="711903"/>
            <a:ext cx="10364451" cy="1030147"/>
          </a:xfrm>
        </p:spPr>
        <p:txBody>
          <a:bodyPr>
            <a:normAutofit/>
          </a:bodyPr>
          <a:lstStyle/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F4DE1-D5C1-3873-49B3-DDF683AEB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1643605"/>
            <a:ext cx="10364452" cy="4421529"/>
          </a:xfrm>
        </p:spPr>
        <p:txBody>
          <a:bodyPr>
            <a:normAutofit lnSpcReduction="10000"/>
          </a:bodyPr>
          <a:lstStyle/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aims to develop a placement portal that provides regular updates on upcoming campus drives and helps students stay informed about placement activities.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also offers alumnae experiences and essential interview preparation resources, enabling students to prepare effectively for recruitment processes.</a:t>
            </a:r>
          </a:p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portal includes the following key sections :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Navbar &amp; Footer: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basic navigation and contact details.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Home:</a:t>
            </a:r>
            <a:r>
              <a:rPr lang="en-US" alt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Displays the main banner and highlights upcoming placement drives.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Alumni:</a:t>
            </a:r>
            <a:r>
              <a:rPr lang="en-US" alt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Showcases alumnae experiences, interview insights, and preparation tips.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References:</a:t>
            </a:r>
            <a:r>
              <a:rPr lang="en-US" alt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Lists tools, websites, and learning platforms for interview and coding practice.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alt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Notifications: 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Dedicated button on the top navigation bar to display latest alerts and placement updates for quick access.</a:t>
            </a:r>
            <a:endParaRPr lang="en-US" altLang="en-US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A4E165-11B1-4D9A-3A35-B12378175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6446" y="6114064"/>
            <a:ext cx="6672887" cy="365125"/>
          </a:xfrm>
        </p:spPr>
        <p:txBody>
          <a:bodyPr/>
          <a:lstStyle/>
          <a:p>
            <a:r>
              <a:rPr lang="en-IN" sz="2000" dirty="0"/>
              <a:t>III CSE-C FSD Project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CED31A-6B95-5106-B42D-6C1B915828C0}"/>
              </a:ext>
            </a:extLst>
          </p:cNvPr>
          <p:cNvSpPr txBox="1"/>
          <p:nvPr/>
        </p:nvSpPr>
        <p:spPr>
          <a:xfrm>
            <a:off x="1557779" y="201308"/>
            <a:ext cx="85100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G. Narayanamma Institute of Technology and Science (For Women)</a:t>
            </a:r>
          </a:p>
        </p:txBody>
      </p:sp>
    </p:spTree>
    <p:extLst>
      <p:ext uri="{BB962C8B-B14F-4D97-AF65-F5344CB8AC3E}">
        <p14:creationId xmlns:p14="http://schemas.microsoft.com/office/powerpoint/2010/main" val="2530434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02D78-21E1-EC1C-2FE3-1C80B331C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070" y="517716"/>
            <a:ext cx="10023945" cy="722224"/>
          </a:xfrm>
        </p:spPr>
        <p:txBody>
          <a:bodyPr>
            <a:normAutofit/>
          </a:bodyPr>
          <a:lstStyle/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Concepts Used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DF6F5F15-2EBC-AA8B-B96A-DD72F14F48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2691274"/>
              </p:ext>
            </p:extLst>
          </p:nvPr>
        </p:nvGraphicFramePr>
        <p:xfrm>
          <a:off x="1348985" y="1057677"/>
          <a:ext cx="9774644" cy="5137838"/>
        </p:xfrm>
        <a:graphic>
          <a:graphicData uri="http://schemas.openxmlformats.org/drawingml/2006/table">
            <a:tbl>
              <a:tblPr/>
              <a:tblGrid>
                <a:gridCol w="2299188">
                  <a:extLst>
                    <a:ext uri="{9D8B030D-6E8A-4147-A177-3AD203B41FA5}">
                      <a16:colId xmlns:a16="http://schemas.microsoft.com/office/drawing/2014/main" val="3095148160"/>
                    </a:ext>
                  </a:extLst>
                </a:gridCol>
                <a:gridCol w="4217241">
                  <a:extLst>
                    <a:ext uri="{9D8B030D-6E8A-4147-A177-3AD203B41FA5}">
                      <a16:colId xmlns:a16="http://schemas.microsoft.com/office/drawing/2014/main" val="1188302072"/>
                    </a:ext>
                  </a:extLst>
                </a:gridCol>
                <a:gridCol w="3258215">
                  <a:extLst>
                    <a:ext uri="{9D8B030D-6E8A-4147-A177-3AD203B41FA5}">
                      <a16:colId xmlns:a16="http://schemas.microsoft.com/office/drawing/2014/main" val="1713786160"/>
                    </a:ext>
                  </a:extLst>
                </a:gridCol>
              </a:tblGrid>
              <a:tr h="2800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React Concept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7641" marR="77641" marT="38820" marB="38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7641" marR="77641" marT="38820" marB="38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Usage in the Project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7641" marR="77641" marT="38820" marB="38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3986546"/>
                  </a:ext>
                </a:extLst>
              </a:tr>
              <a:tr h="9171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Functional Components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7641" marR="77641" marT="38820" marB="38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Reusable JavaScript functions that return JSX to render UI. Easier to manage and preferred in modern React.</a:t>
                      </a:r>
                    </a:p>
                  </a:txBody>
                  <a:tcPr marL="77641" marR="77641" marT="38820" marB="38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in all files like Navbar.js, Home.js, Alumni.js, and References.js to build separate sections of the Placement Portal.</a:t>
                      </a:r>
                    </a:p>
                  </a:txBody>
                  <a:tcPr marL="77641" marR="77641" marT="38820" marB="38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4211872"/>
                  </a:ext>
                </a:extLst>
              </a:tr>
              <a:tr h="1129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JSX (JavaScript XML)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7641" marR="77641" marT="38820" marB="38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Syntax extension allowing HTML-like code in JavaScript, supporting embedding of dynamic data using {}.</a:t>
                      </a:r>
                    </a:p>
                  </a:txBody>
                  <a:tcPr marL="77641" marR="77641" marT="38820" marB="38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in all components — e.g., Home.js renders &lt;section&gt; and uses {</a:t>
                      </a:r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nextDrive.company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 to dynamically show the upcoming company name.</a:t>
                      </a:r>
                    </a:p>
                  </a:txBody>
                  <a:tcPr marL="77641" marR="77641" marT="38820" marB="38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8251841"/>
                  </a:ext>
                </a:extLst>
              </a:tr>
              <a:tr h="15808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useEffect</a:t>
                      </a: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</a:t>
                      </a:r>
                    </a:p>
                  </a:txBody>
                  <a:tcPr marL="77641" marR="77641" marT="38820" marB="38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useEffect</a:t>
                      </a: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is like a side-task manager in </a:t>
                      </a:r>
                      <a:r>
                        <a:rPr lang="en-US" sz="16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React.It</a:t>
                      </a: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runs code after your component renders, like:</a:t>
                      </a:r>
                    </a:p>
                    <a:p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Fetching data from a </a:t>
                      </a:r>
                      <a:r>
                        <a:rPr lang="en-US" sz="16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server,Setting</a:t>
                      </a: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up timers</a:t>
                      </a:r>
                    </a:p>
                    <a:p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Listening to </a:t>
                      </a:r>
                      <a:r>
                        <a:rPr lang="en-US" sz="16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events,Updating</a:t>
                      </a:r>
                      <a:r>
                        <a:rPr lang="en-US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the page title</a:t>
                      </a:r>
                    </a:p>
                    <a:p>
                      <a:pPr>
                        <a:buNone/>
                      </a:pPr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7641" marR="77641" marT="38820" marB="38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useEffect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runs </a:t>
                      </a:r>
                      <a:r>
                        <a:rPr lang="en-US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once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when the component loads (used in Home, Alumni, Resources pages). </a:t>
                      </a:r>
                    </a:p>
                  </a:txBody>
                  <a:tcPr marL="77641" marR="77641" marT="38820" marB="38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7493865"/>
                  </a:ext>
                </a:extLst>
              </a:tr>
              <a:tr h="9171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useState</a:t>
                      </a: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Hook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7641" marR="77641" marT="38820" marB="38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to manage and update component state dynamically without reloading the page.</a:t>
                      </a:r>
                    </a:p>
                  </a:txBody>
                  <a:tcPr marL="77641" marR="77641" marT="38820" marB="38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Implemented in Alumni.js to handle search and filter for companies; also used for hover effects in References.js.</a:t>
                      </a:r>
                    </a:p>
                  </a:txBody>
                  <a:tcPr marL="77641" marR="77641" marT="38820" marB="388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6340384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A3C96-EDA4-F05E-2618-A0A5D8F0F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977718" y="6336124"/>
            <a:ext cx="6653407" cy="365125"/>
          </a:xfrm>
        </p:spPr>
        <p:txBody>
          <a:bodyPr/>
          <a:lstStyle/>
          <a:p>
            <a:pPr algn="ctr"/>
            <a:r>
              <a:rPr lang="en-IN" sz="2000" dirty="0"/>
              <a:t>III CSE-C FSD Project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C1AB3F-5EDB-3463-DA44-48A86C32F110}"/>
              </a:ext>
            </a:extLst>
          </p:cNvPr>
          <p:cNvSpPr txBox="1"/>
          <p:nvPr/>
        </p:nvSpPr>
        <p:spPr>
          <a:xfrm>
            <a:off x="1647333" y="56051"/>
            <a:ext cx="84110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G. Narayanamma Institute of Technology and Science (For Women)</a:t>
            </a:r>
          </a:p>
        </p:txBody>
      </p:sp>
    </p:spTree>
    <p:extLst>
      <p:ext uri="{BB962C8B-B14F-4D97-AF65-F5344CB8AC3E}">
        <p14:creationId xmlns:p14="http://schemas.microsoft.com/office/powerpoint/2010/main" val="575161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6F1DC-469B-E1B6-40C8-5F4FA852E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414" y="568619"/>
            <a:ext cx="10056997" cy="852184"/>
          </a:xfrm>
        </p:spPr>
        <p:txBody>
          <a:bodyPr>
            <a:normAutofit/>
          </a:bodyPr>
          <a:lstStyle/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React Concepts Used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9B6261A-FA8D-584C-3D16-CA1699D127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5943979"/>
              </p:ext>
            </p:extLst>
          </p:nvPr>
        </p:nvGraphicFramePr>
        <p:xfrm>
          <a:off x="1057234" y="1562206"/>
          <a:ext cx="9808240" cy="4303310"/>
        </p:xfrm>
        <a:graphic>
          <a:graphicData uri="http://schemas.openxmlformats.org/drawingml/2006/table">
            <a:tbl>
              <a:tblPr/>
              <a:tblGrid>
                <a:gridCol w="2776817">
                  <a:extLst>
                    <a:ext uri="{9D8B030D-6E8A-4147-A177-3AD203B41FA5}">
                      <a16:colId xmlns:a16="http://schemas.microsoft.com/office/drawing/2014/main" val="3269694774"/>
                    </a:ext>
                  </a:extLst>
                </a:gridCol>
                <a:gridCol w="3450362">
                  <a:extLst>
                    <a:ext uri="{9D8B030D-6E8A-4147-A177-3AD203B41FA5}">
                      <a16:colId xmlns:a16="http://schemas.microsoft.com/office/drawing/2014/main" val="3651568553"/>
                    </a:ext>
                  </a:extLst>
                </a:gridCol>
                <a:gridCol w="3581061">
                  <a:extLst>
                    <a:ext uri="{9D8B030D-6E8A-4147-A177-3AD203B41FA5}">
                      <a16:colId xmlns:a16="http://schemas.microsoft.com/office/drawing/2014/main" val="2593296382"/>
                    </a:ext>
                  </a:extLst>
                </a:gridCol>
              </a:tblGrid>
              <a:tr h="3265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React Concept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147" marR="61147" marT="30574" marB="305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147" marR="61147" marT="30574" marB="305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Usage in the Project</a:t>
                      </a:r>
                      <a:endParaRPr lang="en-IN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147" marR="61147" marT="30574" marB="305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222577"/>
                  </a:ext>
                </a:extLst>
              </a:tr>
              <a:tr h="637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Lists and Keys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147" marR="61147" marT="30574" marB="305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Help efficiently render multiple elements using .map() with unique keys.</a:t>
                      </a:r>
                    </a:p>
                  </a:txBody>
                  <a:tcPr marL="61147" marR="61147" marT="30574" marB="305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in Home.js to display multiple upcoming drives and in Alumni.js to show alumni experiences.</a:t>
                      </a:r>
                    </a:p>
                  </a:txBody>
                  <a:tcPr marL="61147" marR="61147" marT="30574" marB="305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3276594"/>
                  </a:ext>
                </a:extLst>
              </a:tr>
              <a:tr h="10613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Event Handling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147" marR="61147" marT="30574" marB="305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Enables interactivity by responding to user actions like clicks or input changes.</a:t>
                      </a:r>
                    </a:p>
                  </a:txBody>
                  <a:tcPr marL="61147" marR="61147" marT="30574" marB="305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in Home.js button (</a:t>
                      </a:r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onClick</a:t>
                      </a: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to open drive details, and in Alumni.js for filtering companies or searching alumni.</a:t>
                      </a:r>
                    </a:p>
                  </a:txBody>
                  <a:tcPr marL="61147" marR="61147" marT="30574" marB="305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0911232"/>
                  </a:ext>
                </a:extLst>
              </a:tr>
              <a:tr h="10613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React Router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147" marR="61147" marT="30574" marB="305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for navigating between pages without reloading the entire app.</a:t>
                      </a:r>
                    </a:p>
                  </a:txBody>
                  <a:tcPr marL="61147" marR="61147" marT="30574" marB="305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Implemented in App.js and Navbar.js to navigate between </a:t>
                      </a:r>
                      <a:r>
                        <a:rPr lang="en-US" sz="16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Home</a:t>
                      </a: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6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Alumni</a:t>
                      </a: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and </a:t>
                      </a:r>
                      <a:r>
                        <a:rPr lang="en-US" sz="16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References</a:t>
                      </a: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pages.</a:t>
                      </a:r>
                    </a:p>
                  </a:txBody>
                  <a:tcPr marL="61147" marR="61147" marT="30574" marB="305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1104435"/>
                  </a:ext>
                </a:extLst>
              </a:tr>
              <a:tr h="10613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CSS Styling &amp; Modular Design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147" marR="61147" marT="30574" marB="305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Each component has its own CSS file for better maintainability and clean UI.</a:t>
                      </a:r>
                    </a:p>
                  </a:txBody>
                  <a:tcPr marL="61147" marR="61147" marT="30574" marB="305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Files like Navbar.css, Home.css, and Alumni.css are used to style individual sections and add hover/animation effects.</a:t>
                      </a:r>
                    </a:p>
                  </a:txBody>
                  <a:tcPr marL="61147" marR="61147" marT="30574" marB="305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8797232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BE256F-3E84-B3DD-EC3C-D6843E9DA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1918810" y="6245575"/>
            <a:ext cx="6672887" cy="365125"/>
          </a:xfrm>
        </p:spPr>
        <p:txBody>
          <a:bodyPr/>
          <a:lstStyle/>
          <a:p>
            <a:pPr algn="ctr"/>
            <a:r>
              <a:rPr lang="en-IN" sz="2000" dirty="0"/>
              <a:t>III CSE-C FSD Project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2097CB-D378-7810-A7C7-ADAB1FEE14FF}"/>
              </a:ext>
            </a:extLst>
          </p:cNvPr>
          <p:cNvSpPr txBox="1"/>
          <p:nvPr/>
        </p:nvSpPr>
        <p:spPr>
          <a:xfrm>
            <a:off x="1637906" y="147757"/>
            <a:ext cx="84110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G. Narayanamma Institute of Technology and Science (For Women)</a:t>
            </a:r>
          </a:p>
        </p:txBody>
      </p:sp>
    </p:spTree>
    <p:extLst>
      <p:ext uri="{BB962C8B-B14F-4D97-AF65-F5344CB8AC3E}">
        <p14:creationId xmlns:p14="http://schemas.microsoft.com/office/powerpoint/2010/main" val="3018012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C920D-A678-FE1F-CD9E-86C4F446F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303" y="517837"/>
            <a:ext cx="10364451" cy="712572"/>
          </a:xfrm>
        </p:spPr>
        <p:txBody>
          <a:bodyPr>
            <a:normAutofit/>
          </a:bodyPr>
          <a:lstStyle/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3662BD6-3EE9-2E9F-E88B-CB1E73D3FD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0812" y="1230409"/>
            <a:ext cx="9109434" cy="46557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D690B68-DD6C-3FB2-B84A-CF304E670C7D}"/>
              </a:ext>
            </a:extLst>
          </p:cNvPr>
          <p:cNvSpPr txBox="1"/>
          <p:nvPr/>
        </p:nvSpPr>
        <p:spPr>
          <a:xfrm>
            <a:off x="3947682" y="5879068"/>
            <a:ext cx="5000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1: User Interface (Navbar, Home Page)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11AE72-2BCD-E92B-72DE-92BA99230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-2008536" y="6323994"/>
            <a:ext cx="6672887" cy="365125"/>
          </a:xfrm>
        </p:spPr>
        <p:txBody>
          <a:bodyPr/>
          <a:lstStyle/>
          <a:p>
            <a:pPr algn="ctr"/>
            <a:r>
              <a:rPr lang="en-IN" sz="2000" dirty="0"/>
              <a:t>III CSE-C FSD Project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D213BF-09CB-1671-2D95-8410E5ACB465}"/>
              </a:ext>
            </a:extLst>
          </p:cNvPr>
          <p:cNvSpPr txBox="1"/>
          <p:nvPr/>
        </p:nvSpPr>
        <p:spPr>
          <a:xfrm>
            <a:off x="1637906" y="147757"/>
            <a:ext cx="84110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G. Narayanamma Institute of Technology and Science (For Women)</a:t>
            </a:r>
          </a:p>
        </p:txBody>
      </p:sp>
    </p:spTree>
    <p:extLst>
      <p:ext uri="{BB962C8B-B14F-4D97-AF65-F5344CB8AC3E}">
        <p14:creationId xmlns:p14="http://schemas.microsoft.com/office/powerpoint/2010/main" val="9728029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0EC25-4791-40D9-473B-F1C220BDF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376" y="665896"/>
            <a:ext cx="10364451" cy="782019"/>
          </a:xfrm>
        </p:spPr>
        <p:txBody>
          <a:bodyPr>
            <a:noAutofit/>
          </a:bodyPr>
          <a:lstStyle/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33D5302-B2C5-5F6C-0CF0-BC097DF58E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0577" y="1297321"/>
            <a:ext cx="9049731" cy="43906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CDDA0E8-F15D-52CA-38C8-B5B3FD86BE6A}"/>
              </a:ext>
            </a:extLst>
          </p:cNvPr>
          <p:cNvSpPr txBox="1"/>
          <p:nvPr/>
        </p:nvSpPr>
        <p:spPr>
          <a:xfrm>
            <a:off x="3702587" y="5743259"/>
            <a:ext cx="5000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2: User Interface (Home Page, Footer)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0B45-D7BD-89CA-55BC-F64306203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9631" y="6218221"/>
            <a:ext cx="6672887" cy="365125"/>
          </a:xfrm>
        </p:spPr>
        <p:txBody>
          <a:bodyPr/>
          <a:lstStyle/>
          <a:p>
            <a:r>
              <a:rPr lang="en-IN" sz="2000" dirty="0"/>
              <a:t>III CSE-C FSD Project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402775-E03E-D638-3F92-4897E2B4F577}"/>
              </a:ext>
            </a:extLst>
          </p:cNvPr>
          <p:cNvSpPr txBox="1"/>
          <p:nvPr/>
        </p:nvSpPr>
        <p:spPr>
          <a:xfrm>
            <a:off x="1637906" y="147757"/>
            <a:ext cx="84110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G. Narayanamma Institute of Technology and Science (For Women)</a:t>
            </a:r>
          </a:p>
        </p:txBody>
      </p:sp>
    </p:spTree>
    <p:extLst>
      <p:ext uri="{BB962C8B-B14F-4D97-AF65-F5344CB8AC3E}">
        <p14:creationId xmlns:p14="http://schemas.microsoft.com/office/powerpoint/2010/main" val="4087447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E6189-67A5-BC34-C7DD-2B24150B8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785" y="651845"/>
            <a:ext cx="10364451" cy="793594"/>
          </a:xfrm>
        </p:spPr>
        <p:txBody>
          <a:bodyPr>
            <a:normAutofit/>
          </a:bodyPr>
          <a:lstStyle/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9E5711E-1423-E05A-236E-A427FDE231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1707" y="1293207"/>
            <a:ext cx="8766928" cy="44562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8640BEB-116A-B8D4-F60E-F850948AEC40}"/>
              </a:ext>
            </a:extLst>
          </p:cNvPr>
          <p:cNvSpPr txBox="1"/>
          <p:nvPr/>
        </p:nvSpPr>
        <p:spPr>
          <a:xfrm>
            <a:off x="4234565" y="5749460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3: User Interface (Alumni Page)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2973C3-1B7E-E5A7-FFCD-147CDD09E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2751" y="6238590"/>
            <a:ext cx="6672887" cy="365125"/>
          </a:xfrm>
        </p:spPr>
        <p:txBody>
          <a:bodyPr/>
          <a:lstStyle/>
          <a:p>
            <a:r>
              <a:rPr lang="en-IN" sz="2000" dirty="0"/>
              <a:t>III CSE-C FSD Project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08BA86-AF9B-C222-6F14-8CB55DC4157D}"/>
              </a:ext>
            </a:extLst>
          </p:cNvPr>
          <p:cNvSpPr txBox="1"/>
          <p:nvPr/>
        </p:nvSpPr>
        <p:spPr>
          <a:xfrm>
            <a:off x="1637906" y="147757"/>
            <a:ext cx="84110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G. Narayanamma Institute of Technology and Science (For Women)</a:t>
            </a:r>
          </a:p>
        </p:txBody>
      </p:sp>
    </p:spTree>
    <p:extLst>
      <p:ext uri="{BB962C8B-B14F-4D97-AF65-F5344CB8AC3E}">
        <p14:creationId xmlns:p14="http://schemas.microsoft.com/office/powerpoint/2010/main" val="1150577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97EB3-101C-4833-5AAF-730876A44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618220"/>
            <a:ext cx="10364451" cy="663528"/>
          </a:xfrm>
        </p:spPr>
        <p:txBody>
          <a:bodyPr/>
          <a:lstStyle/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DFAE2A-847F-C52F-230D-57BDB2D6FB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398" y="1281748"/>
            <a:ext cx="8598922" cy="443751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FD5907-AD03-CFD7-5B38-34DDCCABC428}"/>
              </a:ext>
            </a:extLst>
          </p:cNvPr>
          <p:cNvSpPr txBox="1"/>
          <p:nvPr/>
        </p:nvSpPr>
        <p:spPr>
          <a:xfrm>
            <a:off x="3958106" y="571926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4: User Interface (Alumni Page – Dropdown)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9E74A-3560-0B1B-96A1-2CDB0DA73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1817" y="6222641"/>
            <a:ext cx="6672887" cy="365125"/>
          </a:xfrm>
        </p:spPr>
        <p:txBody>
          <a:bodyPr/>
          <a:lstStyle/>
          <a:p>
            <a:r>
              <a:rPr lang="en-IN" sz="2000" dirty="0"/>
              <a:t>III CSE-C FSD Project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56CBE9-D338-EFE9-1C0B-D3E24EE40885}"/>
              </a:ext>
            </a:extLst>
          </p:cNvPr>
          <p:cNvSpPr txBox="1"/>
          <p:nvPr/>
        </p:nvSpPr>
        <p:spPr>
          <a:xfrm>
            <a:off x="1637906" y="147757"/>
            <a:ext cx="84110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G. Narayanamma Institute of Technology and Science (For Women)</a:t>
            </a:r>
          </a:p>
        </p:txBody>
      </p:sp>
    </p:spTree>
    <p:extLst>
      <p:ext uri="{BB962C8B-B14F-4D97-AF65-F5344CB8AC3E}">
        <p14:creationId xmlns:p14="http://schemas.microsoft.com/office/powerpoint/2010/main" val="662062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69AE0-8266-9631-F1DC-256DEDBE2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358" y="811550"/>
            <a:ext cx="10364451" cy="559833"/>
          </a:xfrm>
        </p:spPr>
        <p:txBody>
          <a:bodyPr>
            <a:noAutofit/>
          </a:bodyPr>
          <a:lstStyle/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CDC31B-50B9-809F-58F6-6B2C3BF936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0877" y="1371383"/>
            <a:ext cx="9219414" cy="44953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0FD9E86-C0FE-9865-78A4-59D471C0CECE}"/>
              </a:ext>
            </a:extLst>
          </p:cNvPr>
          <p:cNvSpPr txBox="1"/>
          <p:nvPr/>
        </p:nvSpPr>
        <p:spPr>
          <a:xfrm>
            <a:off x="4206712" y="596643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5: User Interface (Alumni Page)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4F8920-1D28-6CBB-1F55-687492DF0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4471" y="6335762"/>
            <a:ext cx="6672887" cy="365125"/>
          </a:xfrm>
        </p:spPr>
        <p:txBody>
          <a:bodyPr/>
          <a:lstStyle/>
          <a:p>
            <a:r>
              <a:rPr lang="en-IN" sz="2000" dirty="0"/>
              <a:t>III CSE-C FSD Project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0D1E53-AF56-77C1-4E37-C6E45CBB5AE9}"/>
              </a:ext>
            </a:extLst>
          </p:cNvPr>
          <p:cNvSpPr txBox="1"/>
          <p:nvPr/>
        </p:nvSpPr>
        <p:spPr>
          <a:xfrm>
            <a:off x="1722748" y="157113"/>
            <a:ext cx="84110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G. Narayanamma Institute of Technology and Science (For Women)</a:t>
            </a:r>
          </a:p>
        </p:txBody>
      </p:sp>
    </p:spTree>
    <p:extLst>
      <p:ext uri="{BB962C8B-B14F-4D97-AF65-F5344CB8AC3E}">
        <p14:creationId xmlns:p14="http://schemas.microsoft.com/office/powerpoint/2010/main" val="563276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BA0C6-A8F4-0558-E0F0-7E9FA010B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591605"/>
            <a:ext cx="10364451" cy="666272"/>
          </a:xfrm>
        </p:spPr>
        <p:txBody>
          <a:bodyPr/>
          <a:lstStyle/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A79F787-8BC0-1CDA-C622-32BE4C41E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407" y="1195282"/>
            <a:ext cx="9174926" cy="466819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1B6BE62-9D10-F6F4-0F51-1FFD8E7D9FD9}"/>
              </a:ext>
            </a:extLst>
          </p:cNvPr>
          <p:cNvSpPr txBox="1"/>
          <p:nvPr/>
        </p:nvSpPr>
        <p:spPr>
          <a:xfrm>
            <a:off x="4260340" y="5897063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6: User Interface (Resources Page)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255039-C99A-0925-A022-5657A55FD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0270" y="6299987"/>
            <a:ext cx="6672887" cy="365125"/>
          </a:xfrm>
        </p:spPr>
        <p:txBody>
          <a:bodyPr/>
          <a:lstStyle/>
          <a:p>
            <a:r>
              <a:rPr lang="en-IN" sz="2000" dirty="0"/>
              <a:t>III CSE-C FSD Project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4A7C30-FBAD-5F2D-8E06-B668E1DBB947}"/>
              </a:ext>
            </a:extLst>
          </p:cNvPr>
          <p:cNvSpPr txBox="1"/>
          <p:nvPr/>
        </p:nvSpPr>
        <p:spPr>
          <a:xfrm>
            <a:off x="1637906" y="147757"/>
            <a:ext cx="84110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G. Narayanamma Institute of Technology and Science (For Women)</a:t>
            </a:r>
          </a:p>
        </p:txBody>
      </p:sp>
    </p:spTree>
    <p:extLst>
      <p:ext uri="{BB962C8B-B14F-4D97-AF65-F5344CB8AC3E}">
        <p14:creationId xmlns:p14="http://schemas.microsoft.com/office/powerpoint/2010/main" val="21404399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37D96-5AE7-CC9D-B676-5B3B52CBB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175" y="699545"/>
            <a:ext cx="10364451" cy="783563"/>
          </a:xfrm>
        </p:spPr>
        <p:txBody>
          <a:bodyPr/>
          <a:lstStyle/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507B8E-09AB-D53A-3180-A84B9AE371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8585" y="1418427"/>
            <a:ext cx="8940800" cy="44399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ED86FB5-9B4C-2837-E750-D652850C81DA}"/>
              </a:ext>
            </a:extLst>
          </p:cNvPr>
          <p:cNvSpPr txBox="1"/>
          <p:nvPr/>
        </p:nvSpPr>
        <p:spPr>
          <a:xfrm>
            <a:off x="3546940" y="5881275"/>
            <a:ext cx="6917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7: User Interface (N</a:t>
            </a:r>
            <a:r>
              <a:rPr lang="en-IN" dirty="0"/>
              <a:t>otification Button Click Event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3D5DF7-62EE-8B8B-591F-6C785F260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7019" y="6212582"/>
            <a:ext cx="6672887" cy="365125"/>
          </a:xfrm>
        </p:spPr>
        <p:txBody>
          <a:bodyPr/>
          <a:lstStyle/>
          <a:p>
            <a:r>
              <a:rPr lang="en-IN" sz="2000" dirty="0"/>
              <a:t>III CSE-C FSD Project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69039A-6E25-A6E3-3DF2-2F4EE05834F8}"/>
              </a:ext>
            </a:extLst>
          </p:cNvPr>
          <p:cNvSpPr txBox="1"/>
          <p:nvPr/>
        </p:nvSpPr>
        <p:spPr>
          <a:xfrm>
            <a:off x="1637906" y="147757"/>
            <a:ext cx="84110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G. Narayanamma Institute of Technology and Science (For Women)</a:t>
            </a:r>
          </a:p>
        </p:txBody>
      </p:sp>
    </p:spTree>
    <p:extLst>
      <p:ext uri="{BB962C8B-B14F-4D97-AF65-F5344CB8AC3E}">
        <p14:creationId xmlns:p14="http://schemas.microsoft.com/office/powerpoint/2010/main" val="29981330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34013-2189-2D26-F204-284AFF014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780890"/>
            <a:ext cx="10364451" cy="824203"/>
          </a:xfrm>
        </p:spPr>
        <p:txBody>
          <a:bodyPr/>
          <a:lstStyle/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Outcomes from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676F6-7F17-76C6-E942-30EF12C8E7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0294" y="1605093"/>
            <a:ext cx="10171410" cy="4472017"/>
          </a:xfrm>
        </p:spPr>
        <p:txBody>
          <a:bodyPr>
            <a:noAutofit/>
          </a:bodyPr>
          <a:lstStyle/>
          <a:p>
            <a:r>
              <a:rPr lang="en-US" sz="18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react project using components:</a:t>
            </a:r>
            <a:b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Divided the web app into modular and reusable parts like navbar, home, alumni, and references — improving clarity and maintainability.</a:t>
            </a:r>
          </a:p>
          <a:p>
            <a:r>
              <a:rPr lang="en-US" sz="18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Hands-on with react router:</a:t>
            </a:r>
            <a:b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smooth navigation between pages using react-router-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dom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without reloading the site.</a:t>
            </a:r>
          </a:p>
          <a:p>
            <a:r>
              <a:rPr lang="en-US" sz="18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management using </a:t>
            </a:r>
            <a:r>
              <a:rPr lang="en-US" sz="1800" b="1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useState</a:t>
            </a:r>
            <a:r>
              <a:rPr lang="en-US" sz="18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Managed dynamic data efficiently; built search and filter features in the alumni section.</a:t>
            </a:r>
          </a:p>
          <a:p>
            <a:r>
              <a:rPr lang="en-US" sz="18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CSS styling &amp; responsiveness:</a:t>
            </a:r>
            <a:b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clean, responsive layouts with gradients, hover effects, and better overall </a:t>
            </a:r>
            <a:r>
              <a:rPr lang="en-US" sz="1800" cap="none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/ux.</a:t>
            </a:r>
          </a:p>
          <a:p>
            <a:r>
              <a:rPr lang="en-US" sz="1800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reusability &amp; component architecture:</a:t>
            </a:r>
            <a:b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Reused and customized components to ensure design consistency and reduce code redundancy.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8C3E3C-86DF-ACA9-3FB1-F12D499EB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57593" y="6345188"/>
            <a:ext cx="6672887" cy="365125"/>
          </a:xfrm>
        </p:spPr>
        <p:txBody>
          <a:bodyPr/>
          <a:lstStyle/>
          <a:p>
            <a:r>
              <a:rPr lang="en-IN" sz="2000" dirty="0"/>
              <a:t>III CSE-C FSD Project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507988-C6C1-FC53-8561-88C3299C3477}"/>
              </a:ext>
            </a:extLst>
          </p:cNvPr>
          <p:cNvSpPr txBox="1"/>
          <p:nvPr/>
        </p:nvSpPr>
        <p:spPr>
          <a:xfrm>
            <a:off x="1637906" y="147757"/>
            <a:ext cx="84110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G. Narayanamma Institute of Technology and Science (For Women)</a:t>
            </a:r>
          </a:p>
        </p:txBody>
      </p:sp>
    </p:spTree>
    <p:extLst>
      <p:ext uri="{BB962C8B-B14F-4D97-AF65-F5344CB8AC3E}">
        <p14:creationId xmlns:p14="http://schemas.microsoft.com/office/powerpoint/2010/main" val="40323771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0CE48-F595-8501-A703-648704A52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2213637"/>
            <a:ext cx="10364451" cy="1596177"/>
          </a:xfrm>
        </p:spPr>
        <p:txBody>
          <a:bodyPr>
            <a:normAutofit/>
          </a:bodyPr>
          <a:lstStyle/>
          <a:p>
            <a:r>
              <a:rPr lang="en-IN" sz="4800" b="1" dirty="0">
                <a:latin typeface="Arial Rounded MT Bold" panose="020F0704030504030204" pitchFamily="34" charset="0"/>
              </a:rPr>
              <a:t>Thank You !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02F1F6-5967-A01F-2E5C-9FB06987A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0141" y="6147225"/>
            <a:ext cx="6672887" cy="365125"/>
          </a:xfrm>
        </p:spPr>
        <p:txBody>
          <a:bodyPr/>
          <a:lstStyle/>
          <a:p>
            <a:r>
              <a:rPr lang="en-IN" sz="2000" dirty="0"/>
              <a:t>III CSE-C FSD Project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C6E747-3449-F0D8-C759-45120E311669}"/>
              </a:ext>
            </a:extLst>
          </p:cNvPr>
          <p:cNvSpPr txBox="1"/>
          <p:nvPr/>
        </p:nvSpPr>
        <p:spPr>
          <a:xfrm>
            <a:off x="1637906" y="147757"/>
            <a:ext cx="84110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G. Narayanamma Institute of Technology and Science (For Women)</a:t>
            </a:r>
          </a:p>
        </p:txBody>
      </p:sp>
    </p:spTree>
    <p:extLst>
      <p:ext uri="{BB962C8B-B14F-4D97-AF65-F5344CB8AC3E}">
        <p14:creationId xmlns:p14="http://schemas.microsoft.com/office/powerpoint/2010/main" val="783927134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27537E"/>
      </a:dk2>
      <a:lt2>
        <a:srgbClr val="AABED7"/>
      </a:lt2>
      <a:accent1>
        <a:srgbClr val="E34B7A"/>
      </a:accent1>
      <a:accent2>
        <a:srgbClr val="AC339A"/>
      </a:accent2>
      <a:accent3>
        <a:srgbClr val="6953B7"/>
      </a:accent3>
      <a:accent4>
        <a:srgbClr val="1D7EAB"/>
      </a:accent4>
      <a:accent5>
        <a:srgbClr val="43AFD6"/>
      </a:accent5>
      <a:accent6>
        <a:srgbClr val="DE85E1"/>
      </a:accent6>
      <a:hlink>
        <a:srgbClr val="ED87A6"/>
      </a:hlink>
      <a:folHlink>
        <a:srgbClr val="C99EAC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C71B277C-C29A-4BA0-A7BA-43502DF21AB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1617</TotalTime>
  <Words>932</Words>
  <Application>Microsoft Office PowerPoint</Application>
  <PresentationFormat>Widescreen</PresentationFormat>
  <Paragraphs>95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Arial Rounded MT Bold</vt:lpstr>
      <vt:lpstr>Calibri</vt:lpstr>
      <vt:lpstr>Times New Roman</vt:lpstr>
      <vt:lpstr>Tw Cen MT</vt:lpstr>
      <vt:lpstr>Wingdings</vt:lpstr>
      <vt:lpstr>Droplet</vt:lpstr>
      <vt:lpstr>Placements Portal using React.js</vt:lpstr>
      <vt:lpstr>About the project</vt:lpstr>
      <vt:lpstr>React Concepts Used</vt:lpstr>
      <vt:lpstr>React Concepts Used</vt:lpstr>
      <vt:lpstr>Results</vt:lpstr>
      <vt:lpstr>Results</vt:lpstr>
      <vt:lpstr>Results</vt:lpstr>
      <vt:lpstr>Results</vt:lpstr>
      <vt:lpstr>Results</vt:lpstr>
      <vt:lpstr>Results</vt:lpstr>
      <vt:lpstr>Results</vt:lpstr>
      <vt:lpstr>Learning Outcomes from Project</vt:lpstr>
      <vt:lpstr>Thank You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 AKHILA</dc:creator>
  <cp:lastModifiedBy>S AKHILA</cp:lastModifiedBy>
  <cp:revision>6</cp:revision>
  <dcterms:created xsi:type="dcterms:W3CDTF">2025-10-09T00:12:04Z</dcterms:created>
  <dcterms:modified xsi:type="dcterms:W3CDTF">2025-10-29T03:18:39Z</dcterms:modified>
</cp:coreProperties>
</file>